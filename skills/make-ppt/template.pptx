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8B64C-CE0E-4757-8A22-FB3B49891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B434D1-8029-4AE6-8EA5-3CD0FF5BD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9441F-5EF5-446D-A8E9-9AA2FB9B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0A9773-8681-4D76-8D40-32BD6614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34F051-017E-47C3-9F18-867AB4AE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27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F3349-E855-4EE5-8132-70D571E8E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74F092-79D2-464A-9766-614DEFFB1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DCE231-4D8D-430A-9F98-7D0C2298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03E7A5-FDAA-49E2-8D75-BB8C9DE19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BCB5E9-D43F-4B7E-A7D5-22F8B485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64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C22BA-95BB-4B1A-B68F-8E8D99A6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F50A63-48C3-4392-BACC-640DB7737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183D2C-3683-4920-AEF1-EEA96CA7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359D6-23E1-4A9D-AE96-E3B9D2A9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EB0CB1-8B34-4BC6-9E27-37AE2F311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59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E527B-EE39-48AC-9CAF-4FA58287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BCAFA0-C32D-4889-983D-08C23A9A6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0157F3-45E3-45A3-AA9F-218FD50E0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DD5A30-70D1-4FE3-B081-F2B486E3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3C6952-A2E1-49C5-A0F6-93B19E38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0DAB4-DBB8-443F-946A-97A3A36E3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01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31CB2-801E-41E6-B16E-A30BF0065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C255AC-4799-487E-A60B-C8F00F776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B38C08-A06E-42D6-9504-6AE780707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C21E12-1501-40CC-A3D5-D237F1C5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A68EA9-7B00-485A-93E8-E29861A8D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DCEF76-D999-46D1-B4F7-C54417E0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F5E507-05CD-4049-A3A0-E20AD303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B43882-B8D5-4821-A23F-DE83C95CD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27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CD314-071D-4630-94B6-9578D1FC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C4D107-5F2C-4C23-A2AF-6FDCF5DC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DD4779-62EB-4814-8E60-10D1060A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792D6B-9DB9-491F-9898-09E14A6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04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41D112-CBC0-4842-8A2E-3616B0912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62306C-A5DC-40B9-87AA-5EA679EDC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4793A1-D3F8-4ADE-BE55-AF789A3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257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00B73-D4F0-408F-8E14-2FC40075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056C6D-3C0F-4088-B377-8FE71AEFA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D250AC-974B-4C16-88F8-44A87C453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62015F-1B90-4CDF-A9C2-28AFFAF3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672CC3-C54B-4DBC-9D27-497337BF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1A00F-9C43-4BB4-9DCD-4ADB538D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93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80155-0A1E-4372-9955-F9379912C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6FE34E-7938-46C7-9F93-65C0F2E42D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37FD72-07E4-4508-BDD0-A512D04FE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80C33-02B5-4E8A-A37F-66181BF6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DB1805-13EE-4210-AC94-F734719B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5A8B76-6AE5-436A-AA52-5CB9E1EB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81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7AF7E-3E9F-4CA8-BEEC-2F48CDD2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32DBB7-5753-4BF7-AFA7-786B142FE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F87FC-D2C7-4694-8D2B-51E18341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C25133-DC57-4830-809E-E30C6333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8DDAC2-9559-4134-B320-4A8175FD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04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D138B3-1766-4BA2-9502-D3D289EA7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190D3C-1642-4171-A9D1-3A1571FD0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992A0-4B16-49A1-A67E-E071920F4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60D5CC-B48D-4A4D-88F4-0FCFDA13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46B9AF-B248-4771-923A-8FD322D3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15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9E8E3-E286-428E-91BC-D40BC5FB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94C57A-9B9C-48A4-85D0-CECBA9219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330B63-81B6-41E4-9ADF-49170606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4189A-37CE-4B47-BF2B-53802773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AB1B5-7718-408D-B1E7-93FAC9DBC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61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E94247-8CFD-46EF-8CD3-3E95B190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141163-1CD0-45E0-9055-CC43909C1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C2F0B-6EAC-4170-B41E-F5A0F6BF6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A23C-5BF6-4B1D-884B-357340F60753}" type="datetimeFigureOut">
              <a:rPr lang="zh-CN" altLang="en-US" smtClean="0"/>
              <a:t>2026/9/25/Fri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03C40A-4E2F-4B81-A29E-E956E36AC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BADDA3-65BA-4FDD-9DA4-4FF753A95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85836-59B9-4D70-9307-17D57023D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39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448BB-8841-428E-A809-F231162C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OfficeAgent PPT fixture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6875E3-1783-4612-86E1-2C65E1028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Total amount 45000.00 yuan - including tax (encoding check)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696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OfficeAgent PPT fixture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OfficeAgent PPT fixture</dc:title>
  <dc:creator>xdm byd</dc:creator>
  <cp:lastModifiedBy>xdm byd</cp:lastModifiedBy>
  <cp:revision>1</cp:revision>
  <dcterms:created xsi:type="dcterms:W3CDTF">2026-09-25T03:30:36Z</dcterms:created>
  <dcterms:modified xsi:type="dcterms:W3CDTF">2026-09-25T03:30:36Z</dcterms:modified>
</cp:coreProperties>
</file>